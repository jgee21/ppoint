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14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2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6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7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8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9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4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8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9748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80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8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12/7/2021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581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BF1DCD9-4684-4B84-AD73-6652C8BAC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Orange origami boat in front and white origami boats at its back">
            <a:extLst>
              <a:ext uri="{FF2B5EF4-FFF2-40B4-BE49-F238E27FC236}">
                <a16:creationId xmlns:a16="http://schemas.microsoft.com/office/drawing/2014/main" id="{5957D6C2-FFB3-41CF-88CE-63A9DB2620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93" b="7387"/>
          <a:stretch/>
        </p:blipFill>
        <p:spPr>
          <a:xfrm>
            <a:off x="20" y="10"/>
            <a:ext cx="12199237" cy="685798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BE6A732-8124-4A59-8EC9-BF4A1648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26538" y="-2233466"/>
            <a:ext cx="6858000" cy="11324929"/>
          </a:xfrm>
          <a:custGeom>
            <a:avLst/>
            <a:gdLst>
              <a:gd name="connsiteX0" fmla="*/ 0 w 6858000"/>
              <a:gd name="connsiteY0" fmla="*/ 9303227 h 11262142"/>
              <a:gd name="connsiteX1" fmla="*/ 0 w 6858000"/>
              <a:gd name="connsiteY1" fmla="*/ 6495555 h 11262142"/>
              <a:gd name="connsiteX2" fmla="*/ 1 w 6858000"/>
              <a:gd name="connsiteY2" fmla="*/ 6495555 h 11262142"/>
              <a:gd name="connsiteX3" fmla="*/ 1 w 6858000"/>
              <a:gd name="connsiteY3" fmla="*/ 0 h 11262142"/>
              <a:gd name="connsiteX4" fmla="*/ 6858000 w 6858000"/>
              <a:gd name="connsiteY4" fmla="*/ 6015407 h 11262142"/>
              <a:gd name="connsiteX5" fmla="*/ 6858000 w 6858000"/>
              <a:gd name="connsiteY5" fmla="*/ 8999698 h 11262142"/>
              <a:gd name="connsiteX6" fmla="*/ 6858000 w 6858000"/>
              <a:gd name="connsiteY6" fmla="*/ 11262142 h 11262142"/>
              <a:gd name="connsiteX7" fmla="*/ 1 w 6858000"/>
              <a:gd name="connsiteY7" fmla="*/ 11262142 h 11262142"/>
              <a:gd name="connsiteX8" fmla="*/ 1 w 6858000"/>
              <a:gd name="connsiteY8" fmla="*/ 9303227 h 1126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1262142">
                <a:moveTo>
                  <a:pt x="0" y="9303227"/>
                </a:moveTo>
                <a:lnTo>
                  <a:pt x="0" y="6495555"/>
                </a:lnTo>
                <a:lnTo>
                  <a:pt x="1" y="6495555"/>
                </a:lnTo>
                <a:lnTo>
                  <a:pt x="1" y="0"/>
                </a:lnTo>
                <a:lnTo>
                  <a:pt x="6858000" y="6015407"/>
                </a:lnTo>
                <a:lnTo>
                  <a:pt x="6858000" y="8999698"/>
                </a:lnTo>
                <a:lnTo>
                  <a:pt x="6858000" y="11262142"/>
                </a:lnTo>
                <a:lnTo>
                  <a:pt x="1" y="11262142"/>
                </a:lnTo>
                <a:lnTo>
                  <a:pt x="1" y="9303227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1C162-2BC5-4A3F-B73E-8BF381237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890" y="1061686"/>
            <a:ext cx="8266139" cy="3793336"/>
          </a:xfrm>
        </p:spPr>
        <p:txBody>
          <a:bodyPr anchor="t">
            <a:normAutofit/>
          </a:bodyPr>
          <a:lstStyle/>
          <a:p>
            <a:r>
              <a:rPr lang="en-US" sz="6600" dirty="0">
                <a:solidFill>
                  <a:srgbClr val="FFFFFF"/>
                </a:solidFill>
              </a:rPr>
              <a:t>IT and Ethics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0DD9D-8B90-437F-8B16-117976AB4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53796"/>
            <a:ext cx="4264677" cy="73299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Josh Gee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FDAA6A4-1F42-460B-A500-921EEB4BC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8357" y="5151666"/>
            <a:ext cx="986064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5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F982-CCBF-4D77-9075-DF5CA21D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factors of poor software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73176-1172-4868-B09B-6CA4AF368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Poor software quality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Software bugs go undetected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Software production is rushed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Producers not knowing how to create the software 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703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099A9-B97A-44BC-A910-C1F12D984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Poor Ethical Decisions on the part of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7017C-E365-413E-B714-2B7A9E2D0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story about the airlines from the book is an example of poor ethics by management, they failed to keep their software systems up to date</a:t>
            </a:r>
          </a:p>
          <a:p>
            <a:pPr lvl="1"/>
            <a:r>
              <a:rPr lang="en-US" dirty="0"/>
              <a:t>	– they airlines systems needed upgraded as they were buggy </a:t>
            </a:r>
          </a:p>
          <a:p>
            <a:pPr lvl="1"/>
            <a:r>
              <a:rPr lang="en-US" dirty="0"/>
              <a:t>	– they did not upgrade them and this resulted in a catastrophic loss for the airlines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 i="0" dirty="0"/>
              <a:t>Bugs going undetected </a:t>
            </a:r>
          </a:p>
          <a:p>
            <a:pPr lvl="1"/>
            <a:r>
              <a:rPr lang="en-US" i="0" dirty="0"/>
              <a:t>	– </a:t>
            </a:r>
            <a:r>
              <a:rPr lang="en-US" dirty="0"/>
              <a:t>improper testing done by management 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i="0" dirty="0"/>
              <a:t>Producers not knowing how to produce the software </a:t>
            </a:r>
          </a:p>
          <a:p>
            <a:pPr lvl="1"/>
            <a:r>
              <a:rPr lang="en-US" i="0" dirty="0"/>
              <a:t>	- </a:t>
            </a:r>
            <a:r>
              <a:rPr lang="en-US" sz="1900" dirty="0"/>
              <a:t>management hiring poorly</a:t>
            </a:r>
            <a:endParaRPr lang="en-US" dirty="0"/>
          </a:p>
          <a:p>
            <a:pPr lvl="1"/>
            <a:r>
              <a:rPr lang="en-US" sz="2000" i="0" dirty="0"/>
              <a:t>	 </a:t>
            </a:r>
          </a:p>
          <a:p>
            <a:pPr lvl="1"/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119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8746-8567-45F9-B83E-F97265DF4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B1AF2-DE9F-4F80-9397-87441C886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Ethics in Information Technology - George Reynolds</a:t>
            </a:r>
          </a:p>
          <a:p>
            <a:r>
              <a:rPr lang="en-US" dirty="0"/>
              <a:t>Class notes from 12/7/21</a:t>
            </a:r>
          </a:p>
        </p:txBody>
      </p:sp>
    </p:spTree>
    <p:extLst>
      <p:ext uri="{BB962C8B-B14F-4D97-AF65-F5344CB8AC3E}">
        <p14:creationId xmlns:p14="http://schemas.microsoft.com/office/powerpoint/2010/main" val="3964734300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AnalogousFromRegularSeedRightStep">
      <a:dk1>
        <a:srgbClr val="000000"/>
      </a:dk1>
      <a:lt1>
        <a:srgbClr val="FFFFFF"/>
      </a:lt1>
      <a:dk2>
        <a:srgbClr val="412D24"/>
      </a:dk2>
      <a:lt2>
        <a:srgbClr val="E2E8E7"/>
      </a:lt2>
      <a:accent1>
        <a:srgbClr val="E7293F"/>
      </a:accent1>
      <a:accent2>
        <a:srgbClr val="D55117"/>
      </a:accent2>
      <a:accent3>
        <a:srgbClr val="CB9C24"/>
      </a:accent3>
      <a:accent4>
        <a:srgbClr val="98AD13"/>
      </a:accent4>
      <a:accent5>
        <a:srgbClr val="64B821"/>
      </a:accent5>
      <a:accent6>
        <a:srgbClr val="1ABD15"/>
      </a:accent6>
      <a:hlink>
        <a:srgbClr val="309287"/>
      </a:hlink>
      <a:folHlink>
        <a:srgbClr val="7F7F7F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130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Walbaum Display</vt:lpstr>
      <vt:lpstr>RegattaVTI</vt:lpstr>
      <vt:lpstr>IT and Ethics </vt:lpstr>
      <vt:lpstr>Primary factors of poor software </vt:lpstr>
      <vt:lpstr>Poor Ethical Decisions on the part of Management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and Ethics </dc:title>
  <dc:creator>Josh Gee</dc:creator>
  <cp:lastModifiedBy>Josh Gee</cp:lastModifiedBy>
  <cp:revision>1</cp:revision>
  <dcterms:created xsi:type="dcterms:W3CDTF">2021-12-07T21:05:55Z</dcterms:created>
  <dcterms:modified xsi:type="dcterms:W3CDTF">2021-12-07T23:54:33Z</dcterms:modified>
</cp:coreProperties>
</file>