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30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25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340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49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511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961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54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326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54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50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11/9/2021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63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2F3E8B1C-86EF-43CF-8304-249481088644}" type="datetimeFigureOut">
              <a:rPr lang="en-US" smtClean="0"/>
              <a:pPr/>
              <a:t>11/9/2021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186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62" r:id="rId5"/>
    <p:sldLayoutId id="2147483667" r:id="rId6"/>
    <p:sldLayoutId id="2147483663" r:id="rId7"/>
    <p:sldLayoutId id="2147483664" r:id="rId8"/>
    <p:sldLayoutId id="2147483665" r:id="rId9"/>
    <p:sldLayoutId id="2147483666" r:id="rId10"/>
    <p:sldLayoutId id="214748366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study.com/academy/lesson/programming-flowcharts-types-advantages-examples.html#:~:text=Flow%20charts%20help%20programmers%20develop,code%20that%20is%20not%20work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FA73A5-5CF9-439A-8F18-43690EC79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r>
              <a:rPr lang="en-US" dirty="0"/>
              <a:t>Flowcharts and Linear Sequences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8C7BDF-F93A-462C-B606-223CA7970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/>
          </a:bodyPr>
          <a:lstStyle/>
          <a:p>
            <a:r>
              <a:rPr lang="en-US" dirty="0"/>
              <a:t>Josh Gee</a:t>
            </a:r>
          </a:p>
        </p:txBody>
      </p:sp>
      <p:pic>
        <p:nvPicPr>
          <p:cNvPr id="4" name="Picture 3" descr="Graphs and plots layered on a blue digital screen">
            <a:extLst>
              <a:ext uri="{FF2B5EF4-FFF2-40B4-BE49-F238E27FC236}">
                <a16:creationId xmlns:a16="http://schemas.microsoft.com/office/drawing/2014/main" id="{F9B4540A-B957-43AA-98EA-B6D92695D2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701" r="24966"/>
          <a:stretch/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448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0B23C3-E2F7-444F-9FB8-41BF982F7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97753"/>
            <a:ext cx="3635046" cy="1575391"/>
          </a:xfrm>
        </p:spPr>
        <p:txBody>
          <a:bodyPr>
            <a:normAutofit/>
          </a:bodyPr>
          <a:lstStyle/>
          <a:p>
            <a:r>
              <a:rPr lang="en-US" dirty="0"/>
              <a:t>Flowcharts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34759-9344-4943-B392-BF60F3E97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710035"/>
            <a:ext cx="3587668" cy="350026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Flowcharts are important because they allow coders to break their coding down </a:t>
            </a:r>
          </a:p>
          <a:p>
            <a:r>
              <a:rPr lang="en-US" dirty="0"/>
              <a:t>They make it easier to see how the data is going to function</a:t>
            </a:r>
          </a:p>
          <a:p>
            <a:r>
              <a:rPr lang="en-US" dirty="0"/>
              <a:t>Easier to see what goes where and potential problems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DB6E9-7DA2-436F-8E80-A337DA5D8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1718786"/>
            <a:ext cx="6515100" cy="342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036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DE9DA8-C52D-417F-9D23-158993AA0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7111" y="909638"/>
            <a:ext cx="5014789" cy="1318062"/>
          </a:xfrm>
        </p:spPr>
        <p:txBody>
          <a:bodyPr>
            <a:normAutofit/>
          </a:bodyPr>
          <a:lstStyle/>
          <a:p>
            <a:r>
              <a:rPr lang="en-US" dirty="0"/>
              <a:t>Linear sequences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558FF0-E8AE-4BAA-9808-21B93980BC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129" t="21538" r="28461" b="13543"/>
          <a:stretch/>
        </p:blipFill>
        <p:spPr>
          <a:xfrm>
            <a:off x="1298111" y="909638"/>
            <a:ext cx="3818792" cy="560656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15100" y="723900"/>
            <a:ext cx="16002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0078E-B71B-4DD5-98E3-351078469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5014" y="2276474"/>
            <a:ext cx="5014790" cy="3885027"/>
          </a:xfrm>
        </p:spPr>
        <p:txBody>
          <a:bodyPr>
            <a:normAutofit/>
          </a:bodyPr>
          <a:lstStyle/>
          <a:p>
            <a:r>
              <a:rPr lang="en-US" dirty="0"/>
              <a:t>This is used to describe the sequence of steps in a process </a:t>
            </a:r>
          </a:p>
          <a:p>
            <a:r>
              <a:rPr lang="en-US" dirty="0"/>
              <a:t>It shows the problem the decision and the output in a simple easy to read sequence</a:t>
            </a:r>
          </a:p>
          <a:p>
            <a:r>
              <a:rPr lang="en-US" dirty="0"/>
              <a:t>Simple and easy to understand for basic codes </a:t>
            </a:r>
          </a:p>
          <a:p>
            <a:r>
              <a:rPr lang="en-US" dirty="0"/>
              <a:t>Helps with trouble shooting </a:t>
            </a:r>
          </a:p>
        </p:txBody>
      </p:sp>
    </p:spTree>
    <p:extLst>
      <p:ext uri="{BB962C8B-B14F-4D97-AF65-F5344CB8AC3E}">
        <p14:creationId xmlns:p14="http://schemas.microsoft.com/office/powerpoint/2010/main" val="2143453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7927C-7DE7-4DC5-B229-29CB1232D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4F1B4-5C2F-44CB-B08F-B4C68565A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https://study.com/academy/lesson/programming-flowcharts-types-advantages-examples.html#:~:text=Flow%20charts%20help%20programmers%20develop,code%20that%20is%20not%20working</a:t>
            </a:r>
            <a:r>
              <a:rPr lang="en-US" dirty="0"/>
              <a:t>. </a:t>
            </a:r>
          </a:p>
          <a:p>
            <a:r>
              <a:rPr lang="en-US" dirty="0"/>
              <a:t>https://powerslides.com/powerpoint-charts/flow-chart-templates/linear-flow-chart/#:~:text=A%20linear%20flow%20chart%20describes,our%20linear%20flow%20chart%20templates.&amp;text=Using%20visually%20expressive%20linear%20flowcharts,steps%20in%20a%20given%20process </a:t>
            </a:r>
          </a:p>
        </p:txBody>
      </p:sp>
    </p:spTree>
    <p:extLst>
      <p:ext uri="{BB962C8B-B14F-4D97-AF65-F5344CB8AC3E}">
        <p14:creationId xmlns:p14="http://schemas.microsoft.com/office/powerpoint/2010/main" val="296560953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AnalogousFromDarkSeedLeftStep">
      <a:dk1>
        <a:srgbClr val="000000"/>
      </a:dk1>
      <a:lt1>
        <a:srgbClr val="FFFFFF"/>
      </a:lt1>
      <a:dk2>
        <a:srgbClr val="1B1D31"/>
      </a:dk2>
      <a:lt2>
        <a:srgbClr val="F0F3F2"/>
      </a:lt2>
      <a:accent1>
        <a:srgbClr val="E72972"/>
      </a:accent1>
      <a:accent2>
        <a:srgbClr val="D517AF"/>
      </a:accent2>
      <a:accent3>
        <a:srgbClr val="BD29E7"/>
      </a:accent3>
      <a:accent4>
        <a:srgbClr val="5E19D5"/>
      </a:accent4>
      <a:accent5>
        <a:srgbClr val="2933E7"/>
      </a:accent5>
      <a:accent6>
        <a:srgbClr val="1770D5"/>
      </a:accent6>
      <a:hlink>
        <a:srgbClr val="4E3FBF"/>
      </a:hlink>
      <a:folHlink>
        <a:srgbClr val="7F7F7F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175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Calisto MT</vt:lpstr>
      <vt:lpstr>Univers Condensed</vt:lpstr>
      <vt:lpstr>ChronicleVTI</vt:lpstr>
      <vt:lpstr>Flowcharts and Linear Sequences </vt:lpstr>
      <vt:lpstr>Flowcharts </vt:lpstr>
      <vt:lpstr>Linear sequences </vt:lpstr>
      <vt:lpstr>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Flowcharts and Linear Sequences </dc:title>
  <dc:creator>Josh Gee</dc:creator>
  <cp:lastModifiedBy>Josh Gee</cp:lastModifiedBy>
  <cp:revision>1</cp:revision>
  <dcterms:created xsi:type="dcterms:W3CDTF">2021-11-10T04:24:10Z</dcterms:created>
  <dcterms:modified xsi:type="dcterms:W3CDTF">2021-11-10T04:56:59Z</dcterms:modified>
</cp:coreProperties>
</file>